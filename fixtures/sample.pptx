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  <p:notesSz cx="6858000" cy="9144000"/>
</p:presentation>
</file>

<file path=ppt/presentation.xml.rels.xml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提取阅读器 · PPT 转换验证</a:t>
            </a:r>
          </a:p>
        </p:txBody>
      </p:sp>
    </p:spTree>
  </p:cSld>
  <p:clrMapOvr>
    <a:masterClrMapping/>
  </p:clrMapOvr>
</p:sld>
</file>